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8"/>
    <p:restoredTop sz="94631"/>
  </p:normalViewPr>
  <p:slideViewPr>
    <p:cSldViewPr snapToGrid="0" snapToObjects="1">
      <p:cViewPr>
        <p:scale>
          <a:sx n="60" d="100"/>
          <a:sy n="60" d="100"/>
        </p:scale>
        <p:origin x="776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Email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BA 3205 — Digital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What is Email Marketing?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16365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76"/>
                </a:solidFill>
              </a:defRPr>
            </a:pPr>
            <a:r>
              <a:rPr dirty="0"/>
              <a:t>Email marketing means sending messages to people's email inbox to tell them about your product, offer, or news.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32004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B6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defRPr sz="2200" b="1">
                <a:solidFill>
                  <a:srgbClr val="1B6CC7"/>
                </a:solidFill>
              </a:defRPr>
            </a:pPr>
            <a:r>
              <a:rPr dirty="0"/>
              <a:t>🍰 Think of it like this:</a:t>
            </a:r>
          </a:p>
          <a:p>
            <a:pPr>
              <a:spcBef>
                <a:spcPts val="1200"/>
              </a:spcBef>
              <a:defRPr sz="2000">
                <a:solidFill>
                  <a:srgbClr val="222222"/>
                </a:solidFill>
              </a:defRPr>
            </a:pPr>
            <a:r>
              <a:rPr dirty="0"/>
              <a:t>You bought a cake once from ‘</a:t>
            </a:r>
            <a:r>
              <a:rPr lang="en-US" dirty="0"/>
              <a:t>Cooper’s</a:t>
            </a:r>
            <a:r>
              <a:rPr dirty="0"/>
              <a:t>'. Two weeks later, they email you: 'Eid Special</a:t>
            </a:r>
            <a:r>
              <a:rPr lang="en-US" dirty="0"/>
              <a:t>: </a:t>
            </a:r>
            <a:r>
              <a:rPr dirty="0"/>
              <a:t>20% off your favorite cake!'</a:t>
            </a:r>
          </a:p>
          <a:p>
            <a:pPr>
              <a:spcBef>
                <a:spcPts val="1000"/>
              </a:spcBef>
              <a:defRPr sz="2000" b="1">
                <a:solidFill>
                  <a:srgbClr val="222222"/>
                </a:solidFill>
              </a:defRPr>
            </a:pPr>
            <a:r>
              <a:rPr dirty="0"/>
              <a:t>That email — that's email marketing. Simple as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Email Marketing |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Businesses Use Email Marketing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In Simple Words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Cheap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Sending 1,000 emails costs almost nothing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Goes straight to the customer's inbox, no algorithm blocking it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Personal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Can say 'Hi Rafi' instead of a generic 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Trackable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You can see who opened it and who clicked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Yours to Keep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Unlike Facebook followers, your email list belongs to you forever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Email Marketing |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Types of Marketing Emails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2377440"/>
          </a:xfrm>
          <a:prstGeom prst="roundRect">
            <a:avLst/>
          </a:prstGeom>
          <a:solidFill>
            <a:srgbClr val="2E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3000"/>
            </a:pPr>
            <a:r>
              <a:t>✉️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Welcome Email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Sent when someone joins your list — say hello!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651760" cy="237744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3000"/>
            </a:pPr>
            <a:r>
              <a:t>✉️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Promotional Email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Announces a sale, discount, or new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371600"/>
            <a:ext cx="2651760" cy="2377440"/>
          </a:xfrm>
          <a:prstGeom prst="roundRect">
            <a:avLst/>
          </a:prstGeom>
          <a:solidFill>
            <a:srgbClr val="1B6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3000"/>
            </a:pPr>
            <a:r>
              <a:t>✉️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Newsletter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Regular update — tips, news, stories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19" y="1371600"/>
            <a:ext cx="2651760" cy="2377440"/>
          </a:xfrm>
          <a:prstGeom prst="roundRect">
            <a:avLst/>
          </a:prstGeom>
          <a:solidFill>
            <a:srgbClr val="0B2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3000"/>
            </a:pPr>
            <a:r>
              <a:t>✉️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Abandoned Cart Email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Reminds a shopper who left items unbought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106424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900" b="1">
                <a:solidFill>
                  <a:srgbClr val="0B2576"/>
                </a:solidFill>
              </a:defRPr>
            </a:pPr>
            <a:r>
              <a:t>🛒 Simple Example — Abandoned Cart</a:t>
            </a:r>
          </a:p>
          <a:p>
            <a:pPr>
              <a:spcBef>
                <a:spcPts val="800"/>
              </a:spcBef>
              <a:defRPr sz="1700">
                <a:solidFill>
                  <a:srgbClr val="222222"/>
                </a:solidFill>
              </a:defRPr>
            </a:pPr>
            <a:r>
              <a:t>You add shoes to your cart on an online shop but don't buy. Next day, an email arrives: 'You left something behind! Here's 10% off to complete your order.'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Email Marketing |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Examples (Source: </a:t>
            </a:r>
            <a:r>
              <a:rPr dirty="0" err="1"/>
              <a:t>Klaviyo</a:t>
            </a:r>
            <a:r>
              <a:rPr dirty="0"/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951645"/>
              </p:ext>
            </p:extLst>
          </p:nvPr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Email Type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What They Did (Simple)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lang="en-US" dirty="0"/>
                        <a:t>A Bank Account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Welcome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lang="en-US" dirty="0"/>
                        <a:t>MD </a:t>
                      </a:r>
                      <a:r>
                        <a:rPr dirty="0"/>
                        <a:t>says hello personally + gives a discount </a:t>
                      </a:r>
                      <a:r>
                        <a:rPr lang="en-US" dirty="0"/>
                        <a:t>card </a:t>
                      </a:r>
                      <a:r>
                        <a:rPr dirty="0"/>
                        <a:t>for first order</a:t>
                      </a:r>
                      <a:r>
                        <a:rPr lang="en-US" dirty="0"/>
                        <a:t> to Bata.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Fishwife (Seafood)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Product Education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Shows 9 fun ways to use their product with pictures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Chamberlain Coffee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Flash Sale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Random refund game — 5 lucky buyers get their money 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Taylor Stitch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Abandoned Cart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Sends a discount + nice photo when someone leaves without buying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lang="en-US" dirty="0" err="1"/>
                        <a:t>Shawpno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Well-Timed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Sends Friday </a:t>
                      </a:r>
                      <a:r>
                        <a:rPr lang="en-US" dirty="0"/>
                        <a:t>morning </a:t>
                      </a:r>
                      <a:r>
                        <a:rPr dirty="0"/>
                        <a:t>email exactly when people plan their </a:t>
                      </a:r>
                      <a:r>
                        <a:rPr lang="en-US" dirty="0" err="1"/>
                        <a:t>shooping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Email Marketing |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Makes These Emails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rPr dirty="0"/>
              <a:t>Personal — feels like it's written for YOU, not everyone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rPr dirty="0"/>
              <a:t>Right Timing — sent exactly when the person is deciding to buy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rPr dirty="0"/>
              <a:t>Simple Design — one main picture, one clear message, one button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rPr dirty="0"/>
              <a:t>One Clear Action — 'Buy Now', 'Get 10% Off', 'Complete Your Order'</a:t>
            </a:r>
          </a:p>
          <a:p>
            <a:pPr>
              <a:lnSpc>
                <a:spcPct val="140000"/>
              </a:lnSpc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rPr dirty="0"/>
              <a:t>Segmented — different emails for different types of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80"/>
            <a:ext cx="10881360" cy="109728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Klaviyo's data: top-performing emails convert 5x more subscribers and drive 9x more revenue than generic mass emails.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Email Marketing |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Email Marketing in Bangladesh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76"/>
                </a:solidFill>
              </a:defRPr>
            </a:pPr>
            <a:r>
              <a:t>🇧🇩 Reality: Most small Bangladeshi shops only use Facebook. Very few use email — this is a big open opportunity!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881360" cy="2926080"/>
          </a:xfrm>
          <a:prstGeom prst="roundRect">
            <a:avLst/>
          </a:prstGeom>
          <a:solidFill>
            <a:srgbClr val="F4F7FB"/>
          </a:solidFill>
          <a:ln w="25400">
            <a:solidFill>
              <a:srgbClr val="2E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tlCol="0" anchor="ctr"/>
          <a:lstStyle/>
          <a:p>
            <a:pPr algn="ctr">
              <a:defRPr sz="1900" b="1">
                <a:solidFill>
                  <a:srgbClr val="2EA059"/>
                </a:solidFill>
              </a:defRPr>
            </a:pPr>
            <a:r>
              <a:t>🏢 Simple Example: A Dhaka Software Company (B2B)</a:t>
            </a:r>
          </a:p>
          <a:p>
            <a:pPr>
              <a:spcBef>
                <a:spcPts val="600"/>
              </a:spcBef>
              <a:defRPr sz="1600">
                <a:solidFill>
                  <a:srgbClr val="222222"/>
                </a:solidFill>
              </a:defRPr>
            </a:pPr>
            <a:r>
              <a:t>• Step 1: Collect emails from website 'Schedule a Demo' form</a:t>
            </a:r>
          </a:p>
          <a:p>
            <a:pPr>
              <a:spcBef>
                <a:spcPts val="600"/>
              </a:spcBef>
              <a:defRPr sz="1600">
                <a:solidFill>
                  <a:srgbClr val="222222"/>
                </a:solidFill>
              </a:defRPr>
            </a:pPr>
            <a:r>
              <a:t>• Step 2: Group contacts by industry (bank, retail, education)</a:t>
            </a:r>
          </a:p>
          <a:p>
            <a:pPr>
              <a:spcBef>
                <a:spcPts val="600"/>
              </a:spcBef>
              <a:defRPr sz="1600">
                <a:solidFill>
                  <a:srgbClr val="222222"/>
                </a:solidFill>
              </a:defRPr>
            </a:pPr>
            <a:r>
              <a:t>• Step 3: Send a short email — 'See how our software saves you time' + Schedule a Demo button</a:t>
            </a:r>
          </a:p>
          <a:p>
            <a:pPr>
              <a:spcBef>
                <a:spcPts val="600"/>
              </a:spcBef>
              <a:defRPr sz="1600">
                <a:solidFill>
                  <a:srgbClr val="222222"/>
                </a:solidFill>
              </a:defRPr>
            </a:pPr>
            <a:r>
              <a:t>• Step 4: Track who opened and clicked, follow up with interested 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349240"/>
            <a:ext cx="10881360" cy="1051560"/>
          </a:xfrm>
          <a:prstGeom prst="roundRect">
            <a:avLst/>
          </a:prstGeom>
          <a:solidFill>
            <a:srgbClr val="0B2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💡 Lesson: Even a simple 5-step email flow (list building → segmentation → personalization → mobile-friendly → tracking) can work for a Bangladeshi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Email Marketing |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to Write a Simple Marketing Email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defRPr sz="2000" b="1">
                <a:solidFill>
                  <a:srgbClr val="0B2576"/>
                </a:solidFill>
              </a:defRPr>
            </a:pPr>
            <a:r>
              <a:t>Subject: Eid Special — 20% Off Your Favorite Cake! 🎉</a:t>
            </a:r>
          </a:p>
          <a:p>
            <a:pPr>
              <a:spcBef>
                <a:spcPts val="2000"/>
              </a:spcBef>
              <a:defRPr sz="1800">
                <a:solidFill>
                  <a:srgbClr val="222222"/>
                </a:solidFill>
              </a:defRPr>
            </a:pPr>
            <a:r>
              <a:t>Hi Rafi,</a:t>
            </a:r>
          </a:p>
          <a:p>
            <a:pPr>
              <a:spcBef>
                <a:spcPts val="1400"/>
              </a:spcBef>
              <a:defRPr sz="1800">
                <a:solidFill>
                  <a:srgbClr val="222222"/>
                </a:solidFill>
              </a:defRPr>
            </a:pPr>
            <a:r>
              <a:t>Eid is almost here! As a thank-you for shopping with us, enjoy 20% off any cake this week.</a:t>
            </a:r>
          </a:p>
          <a:p>
            <a:pPr algn="ctr">
              <a:spcBef>
                <a:spcPts val="1400"/>
              </a:spcBef>
              <a:defRPr sz="1600" i="1">
                <a:solidFill>
                  <a:srgbClr val="6E6E6E"/>
                </a:solidFill>
              </a:defRPr>
            </a:pPr>
            <a:r>
              <a:t>[ Picture of a cake here ]</a:t>
            </a:r>
          </a:p>
          <a:p>
            <a:pPr>
              <a:defRPr sz="3000"/>
            </a:pPr>
            <a:r>
              <a:t> </a:t>
            </a:r>
          </a:p>
          <a:p>
            <a:pPr>
              <a:spcBef>
                <a:spcPts val="6000"/>
              </a:spcBef>
              <a:defRPr sz="1500">
                <a:solidFill>
                  <a:srgbClr val="6E6E6E"/>
                </a:solidFill>
              </a:defRPr>
            </a:pPr>
            <a:r>
              <a:t>See you soon,</a:t>
            </a:r>
            <a:br/>
            <a:r>
              <a:t>Sweet Treats Dhaka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480560"/>
            <a:ext cx="3017520" cy="54864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ORDER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Email Marketing |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Simple Email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1. Subject Line — short, curiosity or benefit ('20% Off Your Favorite Cake!')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2. Greeting — use their name if you can ('Hi Rafi')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3. One Message — don't talk about 5 things, talk about ONE offer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4. One Picture — show the product, not walls of text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5. One Button — 'Order Now', 'Shop Now', 'Get Discount'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6. Friendly Sign-off — from a real name, not 'No-Reply'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Email Marketing |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 &amp; Try It Yourself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Key Point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Email marketing = sending offers/news to inbox — cheap, personal, trackable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5 main types: welcome, promo, newsletter, abandoned cart, transactional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Global brands win with personal, well-timed, simple emails (Klaviyo examples)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Bangladeshi businesses mostly ignore email — a big opportunity for new brands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Good email = short subject + one message + one picture + one button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394960"/>
            <a:ext cx="11064240" cy="1097280"/>
          </a:xfrm>
          <a:prstGeom prst="roundRect">
            <a:avLst/>
          </a:prstGeom>
          <a:solidFill>
            <a:srgbClr val="F4F7FB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2222"/>
                </a:solidFill>
              </a:defRPr>
            </a:pPr>
            <a:r>
              <a:t>✏️ Try It: Write one subject line + 2 sentences for your own imaginary shop's Eid offer email.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Email Marketing 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835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2026-09-22T04:34:57Z</dcterms:modified>
  <cp:category/>
</cp:coreProperties>
</file>