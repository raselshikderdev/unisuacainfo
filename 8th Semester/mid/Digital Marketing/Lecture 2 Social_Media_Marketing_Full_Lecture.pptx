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7"/>
  </p:normalViewPr>
  <p:slideViewPr>
    <p:cSldViewPr snapToGrid="0" snapToObjects="1">
      <p:cViewPr>
        <p:scale>
          <a:sx n="77" d="100"/>
          <a:sy n="77" d="100"/>
        </p:scale>
        <p:origin x="244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Social Media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BA 3205 — Digital Marketing | Bangladesh + Global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is Social Media Marketing?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2576"/>
                </a:solidFill>
              </a:defRPr>
            </a:pPr>
            <a:r>
              <a:t>In simple words: Using platforms like Facebook, Instagram, and TikTok to promote your brand, talk to customers, and sell — instead of just running TV or newspaper 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0881360" cy="33832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B6C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defRPr sz="2100" b="1">
                <a:solidFill>
                  <a:srgbClr val="1B6CC7"/>
                </a:solidFill>
              </a:defRPr>
            </a:pPr>
            <a:r>
              <a:t>🍰 Think of it like this:</a:t>
            </a:r>
          </a:p>
          <a:p>
            <a:pPr>
              <a:spcBef>
                <a:spcPts val="1200"/>
              </a:spcBef>
              <a:defRPr sz="1900">
                <a:solidFill>
                  <a:srgbClr val="222222"/>
                </a:solidFill>
              </a:defRPr>
            </a:pPr>
            <a:r>
              <a:t>A bakery in Dhaka posts a photo of a fresh cake on Facebook. Someone likes it, comments 'looks yummy', and messages to order.</a:t>
            </a:r>
          </a:p>
          <a:p>
            <a:pPr>
              <a:spcBef>
                <a:spcPts val="1000"/>
              </a:spcBef>
              <a:defRPr sz="1900" b="1">
                <a:solidFill>
                  <a:srgbClr val="222222"/>
                </a:solidFill>
              </a:defRPr>
            </a:pPr>
            <a:r>
              <a:t>That whole chain — posting, engaging, and selling — is social media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It Matters: The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534344"/>
              </p:ext>
            </p:extLst>
          </p:nvPr>
        </p:nvGraphicFramePr>
        <p:xfrm>
          <a:off x="457200" y="128016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Stat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5.2+ billion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People use social media worldwide — nearly 64% of everyone on Earth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64 million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Facebook users in Bangladesh alone — the country's biggest online audience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Of people aged 18-34 follow at least one brand on social 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4.2x ROAS</a:t>
                      </a:r>
                      <a:r>
                        <a:rPr lang="en-US" dirty="0"/>
                        <a:t> (return on ad spend)</a:t>
                      </a:r>
                      <a:endParaRPr dirty="0"/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Average return businesses get from Meta (Facebook + Instagram) ads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486400"/>
            <a:ext cx="11247120" cy="91440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Your customers are already there. The question isn't 'should I use social media' — it's 'am I using it well?'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Platforms &amp; What They're Best For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Bangladesh Note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Facebook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Broad reach, community groups, local 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Biggest platform in BD — 64M+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Instagram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Visual products — fashion, food, beauty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Popular with younger urban shoppers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TikTok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Short viral videos, younger audience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Growing fast, great for challenger brands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YouTube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Long videos, tutorials, storytelling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Good for reviews and how-to content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B2B, professional networking, hiring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Used by BD businesses and job seekers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Organic vs Paid Social Media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Organic (Free)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Paid (Ads)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Free — just time and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You pay per click or per 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Reach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Only your followers, often limited by algorithm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Reach anyone you target, even non-followers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Slow to grow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Fast results, scalable overnight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Building trust, community, long-term brand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Sales, launches, urgent promotions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Daily Instagram posts and Stories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 Facebook ad targeted to 'women, 20-30, Dhaka'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Building a 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Know your audience — age, location, interests (who are you talking to?)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Pick the right platforms — don't try to be everywhere at once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Plan a content calendar — decide what to post and when, in advance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Mix content types — photos, Reels, Stories, polls, live videos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2100">
                <a:solidFill>
                  <a:srgbClr val="222222"/>
                </a:solidFill>
              </a:defRPr>
            </a:pPr>
            <a:r>
              <a:t>Balance your message — don't only sell; educate and entertain too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Content Mix: The 50/30/20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2576"/>
                </a:solidFill>
              </a:defRPr>
            </a:pPr>
            <a:r>
              <a:t>A simple rule to balance what you post, so your page doesn't feel like an ad billboard: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3383280"/>
          </a:xfrm>
          <a:prstGeom prst="roundRect">
            <a:avLst/>
          </a:prstGeom>
          <a:solidFill>
            <a:srgbClr val="2E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50%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Value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Tips, how-tos, entertaining</a:t>
            </a:r>
            <a:br/>
            <a:r>
              <a:t>posts — builds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83080"/>
            <a:ext cx="3429000" cy="3383280"/>
          </a:xfrm>
          <a:prstGeom prst="roundRect">
            <a:avLst/>
          </a:prstGeom>
          <a:solidFill>
            <a:srgbClr val="1B6C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30%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Brand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Behind-the-scenes, team,</a:t>
            </a:r>
            <a:br/>
            <a:r>
              <a:t>story — builds authority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83080"/>
            <a:ext cx="3429000" cy="33832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28600"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20%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FFFFFF"/>
                </a:solidFill>
              </a:defRPr>
            </a:pPr>
            <a:r>
              <a:t>Promo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Offers, discounts, CTAs —</a:t>
            </a:r>
            <a:br/>
            <a:r>
              <a:t>drives the sale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698480" cy="10515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22222"/>
                </a:solidFill>
              </a:defRPr>
            </a:pPr>
            <a:r>
              <a:t>Example: A Dhaka clothing page's 10 monthly posts = 5 styling tips + 3 behind-the-scenes + 2 sale posts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Types of Content You Can Post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Simple Example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Product shots, team pictures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Reels / Short Videos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Quick how-to, trending sounds, product demo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Stories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Polls, countdowns, behind-the-scenes moments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Live Video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Q&amp;A session, live product launch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User-Generated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Reposting a happy customer's photo/review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Carousel Posts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22222"/>
                          </a:solidFill>
                        </a:defRPr>
                      </a:pPr>
                      <a:r>
                        <a:t>Multiple images in one post — before/after, steps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How to Measure Success: 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 Simple Words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How many different people saw your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How many times your post appeared (can count the same person twice)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% of followers who liked, commented, or 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Followers Growth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How fast your audience is growing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Click-Through Rate (CTR)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% of people who clicked your link or 'Shop Now' button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Conversion Rate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% of clicks that turned into an actual sale or sign-up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Case Study — Bangladesh: Khaas Food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Khaas Food is a Bangladeshi e-commerce brand selling fresh, organic food online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Ran a two-phase Facebook ad campaign: first targeting existing customers, then new lookalike audiences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Used photo and carousel ads showing best-selling products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Installed Facebook Pixel to track website visitors and build custom + lookalike audiences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Featured as an official Facebook Business success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0881360" cy="1097280"/>
          </a:xfrm>
          <a:prstGeom prst="roundRect">
            <a:avLst/>
          </a:prstGeom>
          <a:solidFill>
            <a:srgbClr val="2E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Results (6 months): +45% sales, +40% new customers, +42% better return on ad 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Case Study — Global: Wendy's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 mid-sized U.S. fast-food chain with a far smaller budget than McDonald's or Burger King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Built a witty, sassy brand voice on Twitter (now X) instead of a typical corporate tone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Ran the 'Roast Me' campaign — asked followers to be roasted, replied with witty jabs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2017 'Nuggs for Carter' tweet passed 3.4 million retweets — once the most-retweeted tweet ever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Twitter following grew from under 1 million to over 3.7 million between 2017-2020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0881360" cy="10972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Lesson: A distinctive, consistent brand voice + real engagement can beat a bigger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Best Practices &amp; Common Mistakes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Do This</a:t>
                      </a:r>
                    </a:p>
                  </a:txBody>
                  <a:tcPr anchor="ctr">
                    <a:solidFill>
                      <a:srgbClr val="1B6C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❌ Avoid This</a:t>
                      </a:r>
                    </a:p>
                  </a:txBody>
                  <a:tcPr anchor="ctr">
                    <a:solidFill>
                      <a:srgbClr val="1B6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Post consistently, even if just 3x/week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Posting once, then disappearing for a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Reply to comments and DMs quickly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Ignoring customer questions or complaints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Use real photos and simple captions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Overusing stock photos and buzzwords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Track what works and repeat it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Posting randomly with no plan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Mix content — value, brand, promo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Only posting sales and discounts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 anchor="ctr">
                    <a:solidFill>
                      <a:srgbClr val="0B25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Social media marketing = promoting and selling through platforms customers already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Facebook, Instagram, TikTok, YouTube, and LinkedIn each serve a different purpose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Organic builds trust slowly; paid ads deliver fast, targeted reach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The 50/30/20 rule keeps your content balanced — not just sales posts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Track reach, engagement rate, CTR, and conversions to know what's 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22222"/>
                          </a:solidFill>
                        </a:defRPr>
                      </a:pPr>
                      <a:r>
                        <a:t>Real brands — Khaas Food, Wendy's — prove strategy beats budget size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Discussion &amp;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B2576"/>
                </a:solidFill>
              </a:defRPr>
            </a:pPr>
            <a:r>
              <a:t>🗣️ Quick Discussion: Pick a brand's Facebook or Instagram page. Is their content mostly sales posts, or a healthy mix?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881360" cy="3291840"/>
          </a:xfrm>
          <a:prstGeom prst="roundRect">
            <a:avLst/>
          </a:prstGeom>
          <a:solidFill>
            <a:srgbClr val="F4F7FB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2000" b="1">
                <a:solidFill>
                  <a:srgbClr val="F28C28"/>
                </a:solidFill>
              </a:defRPr>
            </a:pPr>
            <a:r>
              <a:rPr dirty="0"/>
              <a:t>📋 Assignment: Plan a Mini Social Media Calendar</a:t>
            </a:r>
          </a:p>
          <a:p>
            <a:pPr>
              <a:spcBef>
                <a:spcPts val="800"/>
              </a:spcBef>
              <a:defRPr sz="1700">
                <a:solidFill>
                  <a:srgbClr val="222222"/>
                </a:solidFill>
              </a:defRPr>
            </a:pPr>
            <a:r>
              <a:rPr dirty="0"/>
              <a:t>• Pick a business idea (real or imaginary)</a:t>
            </a:r>
          </a:p>
          <a:p>
            <a:pPr>
              <a:spcBef>
                <a:spcPts val="800"/>
              </a:spcBef>
              <a:defRPr sz="1700">
                <a:solidFill>
                  <a:srgbClr val="222222"/>
                </a:solidFill>
              </a:defRPr>
            </a:pPr>
            <a:r>
              <a:rPr dirty="0"/>
              <a:t>• Plan 10 posts for one month using the 50/30/20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28C28"/>
                </a:solidFill>
              </a:defRPr>
            </a:pPr>
            <a:r>
              <a:t>Next Class: Mobile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E6E"/>
                </a:solidFill>
              </a:defRPr>
            </a:pPr>
            <a:r>
              <a:t>SMM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1142</Words>
  <Application>Microsoft Office PowerPoint</Application>
  <PresentationFormat>Widescreen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2026-09-15T04:52:33Z</dcterms:modified>
  <cp:category/>
</cp:coreProperties>
</file>